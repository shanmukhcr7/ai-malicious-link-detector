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63A57-A57A-49F6-BE51-A288B670E6EC}" v="17" dt="2025-03-07T02:34:0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461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udha Vootukuri" userId="a0d9e17e1df423ad" providerId="LiveId" clId="{45763A57-A57A-49F6-BE51-A288B670E6EC}"/>
    <pc:docChg chg="custSel addSld delSld modSld">
      <pc:chgData name="Vasudha Vootukuri" userId="a0d9e17e1df423ad" providerId="LiveId" clId="{45763A57-A57A-49F6-BE51-A288B670E6EC}" dt="2025-03-07T02:43:57.831" v="717" actId="20577"/>
      <pc:docMkLst>
        <pc:docMk/>
      </pc:docMkLst>
      <pc:sldChg chg="modSp del mod">
        <pc:chgData name="Vasudha Vootukuri" userId="a0d9e17e1df423ad" providerId="LiveId" clId="{45763A57-A57A-49F6-BE51-A288B670E6EC}" dt="2025-03-07T01:32:18.980" v="44" actId="47"/>
        <pc:sldMkLst>
          <pc:docMk/>
          <pc:sldMk cId="3326951735" sldId="256"/>
        </pc:sldMkLst>
        <pc:spChg chg="mod">
          <ac:chgData name="Vasudha Vootukuri" userId="a0d9e17e1df423ad" providerId="LiveId" clId="{45763A57-A57A-49F6-BE51-A288B670E6EC}" dt="2025-03-07T01:16:43.690" v="37" actId="20577"/>
          <ac:spMkLst>
            <pc:docMk/>
            <pc:sldMk cId="3326951735" sldId="256"/>
            <ac:spMk id="2" creationId="{2702E304-4762-DF58-EBC8-9E6E66FCB43C}"/>
          </ac:spMkLst>
        </pc:spChg>
      </pc:sldChg>
      <pc:sldChg chg="delSp modSp mod">
        <pc:chgData name="Vasudha Vootukuri" userId="a0d9e17e1df423ad" providerId="LiveId" clId="{45763A57-A57A-49F6-BE51-A288B670E6EC}" dt="2025-03-07T01:36:55.152" v="74" actId="1076"/>
        <pc:sldMkLst>
          <pc:docMk/>
          <pc:sldMk cId="2587302908" sldId="257"/>
        </pc:sldMkLst>
        <pc:spChg chg="mod">
          <ac:chgData name="Vasudha Vootukuri" userId="a0d9e17e1df423ad" providerId="LiveId" clId="{45763A57-A57A-49F6-BE51-A288B670E6EC}" dt="2025-03-07T01:36:55.152" v="74" actId="1076"/>
          <ac:spMkLst>
            <pc:docMk/>
            <pc:sldMk cId="2587302908" sldId="257"/>
            <ac:spMk id="2" creationId="{21BFCF0E-D425-3CFE-6A2F-267A490D8DE3}"/>
          </ac:spMkLst>
        </pc:spChg>
        <pc:spChg chg="del mod">
          <ac:chgData name="Vasudha Vootukuri" userId="a0d9e17e1df423ad" providerId="LiveId" clId="{45763A57-A57A-49F6-BE51-A288B670E6EC}" dt="2025-03-07T01:22:08.944" v="42"/>
          <ac:spMkLst>
            <pc:docMk/>
            <pc:sldMk cId="2587302908" sldId="257"/>
            <ac:spMk id="3" creationId="{79BEFB49-40F9-1682-CCF3-10A87FF7F886}"/>
          </ac:spMkLst>
        </pc:spChg>
      </pc:sldChg>
      <pc:sldChg chg="addSp delSp modSp mod">
        <pc:chgData name="Vasudha Vootukuri" userId="a0d9e17e1df423ad" providerId="LiveId" clId="{45763A57-A57A-49F6-BE51-A288B670E6EC}" dt="2025-03-07T02:43:57.831" v="717" actId="20577"/>
        <pc:sldMkLst>
          <pc:docMk/>
          <pc:sldMk cId="3945260386" sldId="258"/>
        </pc:sldMkLst>
        <pc:spChg chg="add mod">
          <ac:chgData name="Vasudha Vootukuri" userId="a0d9e17e1df423ad" providerId="LiveId" clId="{45763A57-A57A-49F6-BE51-A288B670E6EC}" dt="2025-03-07T02:43:57.831" v="717" actId="20577"/>
          <ac:spMkLst>
            <pc:docMk/>
            <pc:sldMk cId="3945260386" sldId="258"/>
            <ac:spMk id="3" creationId="{51FB003D-AF40-67CF-1B28-CC49A1D3011A}"/>
          </ac:spMkLst>
        </pc:spChg>
        <pc:spChg chg="add del">
          <ac:chgData name="Vasudha Vootukuri" userId="a0d9e17e1df423ad" providerId="LiveId" clId="{45763A57-A57A-49F6-BE51-A288B670E6EC}" dt="2025-03-07T02:09:08.681" v="167" actId="21"/>
          <ac:spMkLst>
            <pc:docMk/>
            <pc:sldMk cId="3945260386" sldId="258"/>
            <ac:spMk id="4" creationId="{D14813B1-D257-D108-9B19-1EFEEF459420}"/>
          </ac:spMkLst>
        </pc:spChg>
        <pc:spChg chg="add mod">
          <ac:chgData name="Vasudha Vootukuri" userId="a0d9e17e1df423ad" providerId="LiveId" clId="{45763A57-A57A-49F6-BE51-A288B670E6EC}" dt="2025-03-07T02:35:26.112" v="705" actId="122"/>
          <ac:spMkLst>
            <pc:docMk/>
            <pc:sldMk cId="3945260386" sldId="258"/>
            <ac:spMk id="5" creationId="{302099E2-02BD-EFDA-021B-04A13FCB04A6}"/>
          </ac:spMkLst>
        </pc:spChg>
      </pc:sldChg>
      <pc:sldChg chg="addSp delSp modSp new mod">
        <pc:chgData name="Vasudha Vootukuri" userId="a0d9e17e1df423ad" providerId="LiveId" clId="{45763A57-A57A-49F6-BE51-A288B670E6EC}" dt="2025-03-07T02:12:18.960" v="211" actId="122"/>
        <pc:sldMkLst>
          <pc:docMk/>
          <pc:sldMk cId="1027611515" sldId="259"/>
        </pc:sldMkLst>
        <pc:spChg chg="add mod">
          <ac:chgData name="Vasudha Vootukuri" userId="a0d9e17e1df423ad" providerId="LiveId" clId="{45763A57-A57A-49F6-BE51-A288B670E6EC}" dt="2025-03-07T02:07:15.568" v="159" actId="20577"/>
          <ac:spMkLst>
            <pc:docMk/>
            <pc:sldMk cId="1027611515" sldId="259"/>
            <ac:spMk id="2" creationId="{277D8D62-AC75-EC16-CFB1-742D5420B2AD}"/>
          </ac:spMkLst>
        </pc:spChg>
        <pc:spChg chg="add del mod">
          <ac:chgData name="Vasudha Vootukuri" userId="a0d9e17e1df423ad" providerId="LiveId" clId="{45763A57-A57A-49F6-BE51-A288B670E6EC}" dt="2025-03-07T02:08:32.507" v="163"/>
          <ac:spMkLst>
            <pc:docMk/>
            <pc:sldMk cId="1027611515" sldId="259"/>
            <ac:spMk id="3" creationId="{C4B33E3D-B1FC-5B55-FEE8-AB6A247CB603}"/>
          </ac:spMkLst>
        </pc:spChg>
        <pc:spChg chg="add del mod">
          <ac:chgData name="Vasudha Vootukuri" userId="a0d9e17e1df423ad" providerId="LiveId" clId="{45763A57-A57A-49F6-BE51-A288B670E6EC}" dt="2025-03-07T02:08:32.507" v="165"/>
          <ac:spMkLst>
            <pc:docMk/>
            <pc:sldMk cId="1027611515" sldId="259"/>
            <ac:spMk id="4" creationId="{C8FF2DF6-BDBF-091E-6A21-F65B3CDCC5BF}"/>
          </ac:spMkLst>
        </pc:spChg>
        <pc:spChg chg="add mod">
          <ac:chgData name="Vasudha Vootukuri" userId="a0d9e17e1df423ad" providerId="LiveId" clId="{45763A57-A57A-49F6-BE51-A288B670E6EC}" dt="2025-03-07T02:11:38.765" v="194" actId="20577"/>
          <ac:spMkLst>
            <pc:docMk/>
            <pc:sldMk cId="1027611515" sldId="259"/>
            <ac:spMk id="5" creationId="{48F67EED-BFE9-4DF8-6878-87FB66874F9A}"/>
          </ac:spMkLst>
        </pc:spChg>
        <pc:spChg chg="add mod">
          <ac:chgData name="Vasudha Vootukuri" userId="a0d9e17e1df423ad" providerId="LiveId" clId="{45763A57-A57A-49F6-BE51-A288B670E6EC}" dt="2025-03-07T02:12:18.960" v="211" actId="122"/>
          <ac:spMkLst>
            <pc:docMk/>
            <pc:sldMk cId="1027611515" sldId="259"/>
            <ac:spMk id="6" creationId="{DC38C268-7BF3-1F38-80E3-9873CF51DE98}"/>
          </ac:spMkLst>
        </pc:spChg>
      </pc:sldChg>
      <pc:sldChg chg="addSp modSp new mod">
        <pc:chgData name="Vasudha Vootukuri" userId="a0d9e17e1df423ad" providerId="LiveId" clId="{45763A57-A57A-49F6-BE51-A288B670E6EC}" dt="2025-03-07T02:13:59.380" v="247" actId="122"/>
        <pc:sldMkLst>
          <pc:docMk/>
          <pc:sldMk cId="528847738" sldId="260"/>
        </pc:sldMkLst>
        <pc:spChg chg="add mod">
          <ac:chgData name="Vasudha Vootukuri" userId="a0d9e17e1df423ad" providerId="LiveId" clId="{45763A57-A57A-49F6-BE51-A288B670E6EC}" dt="2025-03-07T02:13:17.710" v="218" actId="20577"/>
          <ac:spMkLst>
            <pc:docMk/>
            <pc:sldMk cId="528847738" sldId="260"/>
            <ac:spMk id="2" creationId="{72940459-C888-7110-43B2-85EF62A68E82}"/>
          </ac:spMkLst>
        </pc:spChg>
        <pc:spChg chg="add mod">
          <ac:chgData name="Vasudha Vootukuri" userId="a0d9e17e1df423ad" providerId="LiveId" clId="{45763A57-A57A-49F6-BE51-A288B670E6EC}" dt="2025-03-07T02:13:59.380" v="247" actId="122"/>
          <ac:spMkLst>
            <pc:docMk/>
            <pc:sldMk cId="528847738" sldId="260"/>
            <ac:spMk id="3" creationId="{6C30BE21-1085-3E4B-8477-391E4110AEC2}"/>
          </ac:spMkLst>
        </pc:spChg>
      </pc:sldChg>
      <pc:sldChg chg="addSp delSp modSp new mod">
        <pc:chgData name="Vasudha Vootukuri" userId="a0d9e17e1df423ad" providerId="LiveId" clId="{45763A57-A57A-49F6-BE51-A288B670E6EC}" dt="2025-03-07T02:31:32.856" v="650"/>
        <pc:sldMkLst>
          <pc:docMk/>
          <pc:sldMk cId="3716812841" sldId="261"/>
        </pc:sldMkLst>
        <pc:spChg chg="add mod">
          <ac:chgData name="Vasudha Vootukuri" userId="a0d9e17e1df423ad" providerId="LiveId" clId="{45763A57-A57A-49F6-BE51-A288B670E6EC}" dt="2025-03-07T02:20:38.330" v="267" actId="14100"/>
          <ac:spMkLst>
            <pc:docMk/>
            <pc:sldMk cId="3716812841" sldId="261"/>
            <ac:spMk id="2" creationId="{1A59C47A-0F9F-064A-2599-F7C03A7F65E3}"/>
          </ac:spMkLst>
        </pc:spChg>
        <pc:spChg chg="add mod">
          <ac:chgData name="Vasudha Vootukuri" userId="a0d9e17e1df423ad" providerId="LiveId" clId="{45763A57-A57A-49F6-BE51-A288B670E6EC}" dt="2025-03-07T02:31:29.856" v="648" actId="122"/>
          <ac:spMkLst>
            <pc:docMk/>
            <pc:sldMk cId="3716812841" sldId="261"/>
            <ac:spMk id="3" creationId="{B054FF32-9F23-0EEC-8612-AA9A324856D3}"/>
          </ac:spMkLst>
        </pc:spChg>
        <pc:spChg chg="add del mod">
          <ac:chgData name="Vasudha Vootukuri" userId="a0d9e17e1df423ad" providerId="LiveId" clId="{45763A57-A57A-49F6-BE51-A288B670E6EC}" dt="2025-03-07T02:31:32.856" v="650"/>
          <ac:spMkLst>
            <pc:docMk/>
            <pc:sldMk cId="3716812841" sldId="261"/>
            <ac:spMk id="4" creationId="{54E6BDFF-05DB-492F-CE8B-378D615D3642}"/>
          </ac:spMkLst>
        </pc:spChg>
      </pc:sldChg>
      <pc:sldChg chg="addSp delSp modSp new mod">
        <pc:chgData name="Vasudha Vootukuri" userId="a0d9e17e1df423ad" providerId="LiveId" clId="{45763A57-A57A-49F6-BE51-A288B670E6EC}" dt="2025-03-07T02:30:27.709" v="646" actId="122"/>
        <pc:sldMkLst>
          <pc:docMk/>
          <pc:sldMk cId="3386858758" sldId="262"/>
        </pc:sldMkLst>
        <pc:spChg chg="add mod">
          <ac:chgData name="Vasudha Vootukuri" userId="a0d9e17e1df423ad" providerId="LiveId" clId="{45763A57-A57A-49F6-BE51-A288B670E6EC}" dt="2025-03-07T02:30:27.709" v="646" actId="122"/>
          <ac:spMkLst>
            <pc:docMk/>
            <pc:sldMk cId="3386858758" sldId="262"/>
            <ac:spMk id="2" creationId="{995D549C-33BB-A53F-C86F-A21F1BB20C6C}"/>
          </ac:spMkLst>
        </pc:spChg>
        <pc:spChg chg="add del mod">
          <ac:chgData name="Vasudha Vootukuri" userId="a0d9e17e1df423ad" providerId="LiveId" clId="{45763A57-A57A-49F6-BE51-A288B670E6EC}" dt="2025-03-07T02:26:52.136" v="333" actId="478"/>
          <ac:spMkLst>
            <pc:docMk/>
            <pc:sldMk cId="3386858758" sldId="262"/>
            <ac:spMk id="3" creationId="{8EE1F137-5D32-860C-B05A-FE6839442C65}"/>
          </ac:spMkLst>
        </pc:spChg>
        <pc:spChg chg="add mod">
          <ac:chgData name="Vasudha Vootukuri" userId="a0d9e17e1df423ad" providerId="LiveId" clId="{45763A57-A57A-49F6-BE51-A288B670E6EC}" dt="2025-03-07T02:30:07.100" v="645" actId="255"/>
          <ac:spMkLst>
            <pc:docMk/>
            <pc:sldMk cId="3386858758" sldId="262"/>
            <ac:spMk id="4" creationId="{D8E2FBF6-A815-FDA0-00F8-81CDECCC7E1F}"/>
          </ac:spMkLst>
        </pc:spChg>
      </pc:sldChg>
      <pc:sldChg chg="addSp modSp new mod">
        <pc:chgData name="Vasudha Vootukuri" userId="a0d9e17e1df423ad" providerId="LiveId" clId="{45763A57-A57A-49F6-BE51-A288B670E6EC}" dt="2025-03-07T02:33:45.003" v="672" actId="20577"/>
        <pc:sldMkLst>
          <pc:docMk/>
          <pc:sldMk cId="3871554378" sldId="263"/>
        </pc:sldMkLst>
        <pc:spChg chg="add mod">
          <ac:chgData name="Vasudha Vootukuri" userId="a0d9e17e1df423ad" providerId="LiveId" clId="{45763A57-A57A-49F6-BE51-A288B670E6EC}" dt="2025-03-07T02:33:45.003" v="672" actId="20577"/>
          <ac:spMkLst>
            <pc:docMk/>
            <pc:sldMk cId="3871554378" sldId="263"/>
            <ac:spMk id="2" creationId="{1B1375C3-F003-660D-9058-B2AF82FD6C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AC7C4-F1ED-42F7-8ED2-10E33E2FAF0C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921A4-A382-488D-A9AB-642E08C1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5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21A4-A382-488D-A9AB-642E08C180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1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D1AE-1924-A013-2714-76D4C19C9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822CA-C56F-31CC-8F63-AEF4185F1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283AD-4D3A-B2B7-1803-F875133C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CAEF2-870F-12B8-0ED7-9AD28AC0E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3C770-945C-BC23-C3C3-C7E6D096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2651-D6FC-EDBC-DFE0-541FB66C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E35-2C39-4E58-E1DA-B4CB2F10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97C52-C38A-EABF-F2C8-8B7DD8A4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58B5C-5010-2498-2BEF-7E0F6B6E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B8310-D07B-2D19-02C9-309A2285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4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BB93-185D-18A8-7E18-FFD279A9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C3112-AD61-0CE2-CD9F-5484F3B00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632BF-4296-7707-D32E-DABECD19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06EB8-F673-65B8-116A-A132B98F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37A03-22A7-DF45-E032-DF00FB04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9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37E5-F511-A200-1BAC-90AAEDE7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CD859-9675-5F9F-147C-8BE23162C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038C9-048D-681F-C808-78FA149E6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91DF3-79BE-A2A3-55AC-A1D5F6F3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EF4CB-82AB-19F6-3589-8763306C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12EBF-C1A7-7B27-AAAA-5D7CB874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6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D6EC-25D1-90D1-A193-1A93A341F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B22E2-401F-1F35-5678-89E2D1FA5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6620-C986-E3CB-47DE-CAD3CBB04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3C27AC-8384-AA18-568F-9DB2C4C94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E8F78-7AB1-2FB9-2EBB-E233D871E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DA47-C0D2-FFB2-2BA5-015B11F1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F10E7-345B-567F-BFD9-284054F0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84572-86EF-30B7-D3C6-53AA1883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6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3A0A-DB65-6FA8-7CD7-047599A0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41F40-A15C-2621-F9FB-E9D604D6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1D775-F6F7-AF0C-CF21-619EA7FF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848D1-64BB-8AD2-D7F2-F851E180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8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9E209-51BF-CC75-6B9E-CA336120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38819-1754-F64F-F65C-C585401E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43D30-430F-799A-6696-93B2E19A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2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FBB5-8089-D41A-60C0-9DAFB6C3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5A00-4B1B-3E5F-4F8B-CAA059E12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8A26D-C23F-C5B6-C668-CCF00C485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23C11-5ED2-FE7F-A940-E8427ABA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B6975-53E7-0966-0FBB-97EF1A92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4520-8D2D-69F9-6F88-890A03D6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9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DA3F-E6CB-FBC9-02B5-3F09C1B7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92760-2A8F-1345-9035-767F3BADB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D835D-21CC-A702-EBAE-7A82C60A6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896E6-1D54-557A-E0C1-8AD34784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7612-91BE-BEA9-B325-05C97E5C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493DE-42FC-3820-CB59-6E0AEF0C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8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F051-EC3C-2754-5D41-9FDD6DC3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9BA70-B8C7-58D7-4418-DB20CAC19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13862-6A57-8A02-FB82-02E76A3F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1808-CCC1-D8ED-F291-3EF7534A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7699F-907E-2D13-8E2D-F5769F6A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4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F2B0C8-9D0F-73FE-DF15-6898C57CC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BBA65-EBE4-304C-D23E-43217584D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BB015-4E00-8231-A646-BDBD5640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A428F-532A-FFF5-708A-D2756294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34962-75C0-1E08-D3B5-7A11F36A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21B38-60E5-9BAF-0B8E-98EE4C1D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0D91-31EA-378D-6D55-80FD5D98F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CD833-B4CB-3915-A021-9E8960916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5DB7E-FF1B-4882-9994-46F8F1CB7E98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3B2F-D24E-F402-BA3C-3747CDC3D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7CDF-40E0-D782-38A8-F4CA02744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E3B77-1968-4740-8BA0-A892D4B80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FCF0E-D425-3CFE-6A2F-267A490D8DE3}"/>
              </a:ext>
            </a:extLst>
          </p:cNvPr>
          <p:cNvSpPr txBox="1"/>
          <p:nvPr/>
        </p:nvSpPr>
        <p:spPr>
          <a:xfrm>
            <a:off x="1027871" y="2366010"/>
            <a:ext cx="1091349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6600" dirty="0"/>
              <a:t>AI POWERED CYBER SHIELD</a:t>
            </a:r>
          </a:p>
        </p:txBody>
      </p:sp>
    </p:spTree>
    <p:extLst>
      <p:ext uri="{BB962C8B-B14F-4D97-AF65-F5344CB8AC3E}">
        <p14:creationId xmlns:p14="http://schemas.microsoft.com/office/powerpoint/2010/main" val="2587302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B003D-AF40-67CF-1B28-CC49A1D3011A}"/>
              </a:ext>
            </a:extLst>
          </p:cNvPr>
          <p:cNvSpPr txBox="1"/>
          <p:nvPr/>
        </p:nvSpPr>
        <p:spPr>
          <a:xfrm>
            <a:off x="160020" y="1508761"/>
            <a:ext cx="11612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dirty="0"/>
              <a:t>1.AI LINK DETECTOR</a:t>
            </a:r>
          </a:p>
          <a:p>
            <a:endParaRPr lang="en-US" sz="2800" dirty="0"/>
          </a:p>
          <a:p>
            <a:r>
              <a:rPr lang="en-US" sz="2800"/>
              <a:t>2.SQL </a:t>
            </a:r>
            <a:r>
              <a:rPr lang="en-US" sz="2800" dirty="0"/>
              <a:t>INJECTION DETECTOR &amp; AI HONEYPOT PROTECTION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099E2-02BD-EFDA-021B-04A13FCB04A6}"/>
              </a:ext>
            </a:extLst>
          </p:cNvPr>
          <p:cNvSpPr txBox="1"/>
          <p:nvPr/>
        </p:nvSpPr>
        <p:spPr>
          <a:xfrm flipH="1">
            <a:off x="1373451" y="491490"/>
            <a:ext cx="11416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526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D8D62-AC75-EC16-CFB1-742D5420B2AD}"/>
              </a:ext>
            </a:extLst>
          </p:cNvPr>
          <p:cNvSpPr txBox="1"/>
          <p:nvPr/>
        </p:nvSpPr>
        <p:spPr>
          <a:xfrm rot="281898" flipV="1">
            <a:off x="931786" y="3075236"/>
            <a:ext cx="8821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67EED-BFE9-4DF8-6878-87FB66874F9A}"/>
              </a:ext>
            </a:extLst>
          </p:cNvPr>
          <p:cNvSpPr txBox="1"/>
          <p:nvPr/>
        </p:nvSpPr>
        <p:spPr>
          <a:xfrm>
            <a:off x="175260" y="1413063"/>
            <a:ext cx="118414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URL Input: AI system receives a URL to analyze.</a:t>
            </a:r>
          </a:p>
          <a:p>
            <a:endParaRPr lang="en-US" sz="3200" dirty="0"/>
          </a:p>
          <a:p>
            <a:r>
              <a:rPr lang="en-US" sz="3200" dirty="0"/>
              <a:t>Data Extraction: Scrapes metadata, domain history, and content.</a:t>
            </a:r>
          </a:p>
          <a:p>
            <a:endParaRPr lang="en-US" sz="3200" dirty="0"/>
          </a:p>
          <a:p>
            <a:r>
              <a:rPr lang="en-US" sz="3200" dirty="0"/>
              <a:t>AI Processing: Identifies phishing indicators and suspicious patterns.</a:t>
            </a:r>
          </a:p>
          <a:p>
            <a:endParaRPr lang="en-US" sz="3200" dirty="0"/>
          </a:p>
          <a:p>
            <a:r>
              <a:rPr lang="en-US" sz="3200" dirty="0"/>
              <a:t>Risk Scoring: Classifies links as safe, suspicious, or dangerous.</a:t>
            </a:r>
          </a:p>
          <a:p>
            <a:endParaRPr lang="en-US" sz="3200" dirty="0"/>
          </a:p>
          <a:p>
            <a:r>
              <a:rPr lang="en-US" sz="3200" dirty="0"/>
              <a:t>Alert System: Notifies users and security teams in real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8C268-7BF3-1F38-80E3-9873CF51DE98}"/>
              </a:ext>
            </a:extLst>
          </p:cNvPr>
          <p:cNvSpPr txBox="1"/>
          <p:nvPr/>
        </p:nvSpPr>
        <p:spPr>
          <a:xfrm>
            <a:off x="434340" y="342900"/>
            <a:ext cx="9875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  HOW IT WORKS</a:t>
            </a:r>
          </a:p>
        </p:txBody>
      </p:sp>
    </p:spTree>
    <p:extLst>
      <p:ext uri="{BB962C8B-B14F-4D97-AF65-F5344CB8AC3E}">
        <p14:creationId xmlns:p14="http://schemas.microsoft.com/office/powerpoint/2010/main" val="102761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40459-C888-7110-43B2-85EF62A68E82}"/>
              </a:ext>
            </a:extLst>
          </p:cNvPr>
          <p:cNvSpPr txBox="1"/>
          <p:nvPr/>
        </p:nvSpPr>
        <p:spPr>
          <a:xfrm>
            <a:off x="182880" y="2251710"/>
            <a:ext cx="118529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SQL Injection (SQLi) is a common cyberattack targeting databases.</a:t>
            </a:r>
          </a:p>
          <a:p>
            <a:endParaRPr lang="en-US" sz="3200" dirty="0"/>
          </a:p>
          <a:p>
            <a:r>
              <a:rPr lang="en-US" sz="3200" dirty="0"/>
              <a:t>Hackers manipulate SQL queries to gain unauthorized access.</a:t>
            </a:r>
          </a:p>
          <a:p>
            <a:r>
              <a:rPr lang="en-US" sz="3200" dirty="0"/>
              <a:t>Can lead to data breaches, financial loss, and system compromise.</a:t>
            </a:r>
          </a:p>
          <a:p>
            <a:endParaRPr lang="en-US" sz="3200" dirty="0"/>
          </a:p>
          <a:p>
            <a:r>
              <a:rPr lang="en-US" sz="3200" dirty="0"/>
              <a:t>AI-based SQL Injection detection helps in real-time prevention.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0BE21-1085-3E4B-8477-391E4110AEC2}"/>
              </a:ext>
            </a:extLst>
          </p:cNvPr>
          <p:cNvSpPr txBox="1"/>
          <p:nvPr/>
        </p:nvSpPr>
        <p:spPr>
          <a:xfrm>
            <a:off x="925830" y="720090"/>
            <a:ext cx="9704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SQL INJECTION DETECTOR</a:t>
            </a:r>
          </a:p>
        </p:txBody>
      </p:sp>
    </p:spTree>
    <p:extLst>
      <p:ext uri="{BB962C8B-B14F-4D97-AF65-F5344CB8AC3E}">
        <p14:creationId xmlns:p14="http://schemas.microsoft.com/office/powerpoint/2010/main" val="52884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9C47A-0F9F-064A-2599-F7C03A7F65E3}"/>
              </a:ext>
            </a:extLst>
          </p:cNvPr>
          <p:cNvSpPr txBox="1"/>
          <p:nvPr/>
        </p:nvSpPr>
        <p:spPr>
          <a:xfrm>
            <a:off x="834390" y="1668780"/>
            <a:ext cx="97040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dirty="0"/>
              <a:t>Deployment: AI-powered decoy system is placed in the network.</a:t>
            </a:r>
          </a:p>
          <a:p>
            <a:endParaRPr lang="en-US" sz="2400" dirty="0"/>
          </a:p>
          <a:p>
            <a:r>
              <a:rPr lang="en-US" sz="2400" dirty="0"/>
              <a:t>Detection: Hackers interact with the honeypot, believing it is real.</a:t>
            </a:r>
          </a:p>
          <a:p>
            <a:endParaRPr lang="en-US" sz="2400" dirty="0"/>
          </a:p>
          <a:p>
            <a:r>
              <a:rPr lang="en-US" sz="2400" dirty="0"/>
              <a:t>Analysis: AI analyzes attack patterns and behaviors.</a:t>
            </a:r>
          </a:p>
          <a:p>
            <a:endParaRPr lang="en-US" sz="2400" dirty="0"/>
          </a:p>
          <a:p>
            <a:r>
              <a:rPr lang="en-US" sz="2400" dirty="0"/>
              <a:t>Alert System: Security teams receive real-time alerts.</a:t>
            </a:r>
          </a:p>
          <a:p>
            <a:endParaRPr lang="en-US" sz="2400" dirty="0"/>
          </a:p>
          <a:p>
            <a:r>
              <a:rPr lang="en-US" sz="2400" dirty="0"/>
              <a:t>Response: Attack patterns are used to improve cybersecurity measures.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4FF32-9F23-0EEC-8612-AA9A324856D3}"/>
              </a:ext>
            </a:extLst>
          </p:cNvPr>
          <p:cNvSpPr txBox="1"/>
          <p:nvPr/>
        </p:nvSpPr>
        <p:spPr>
          <a:xfrm>
            <a:off x="742950" y="651510"/>
            <a:ext cx="10698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HONEYPOT TECHNIQUE</a:t>
            </a:r>
          </a:p>
        </p:txBody>
      </p:sp>
    </p:spTree>
    <p:extLst>
      <p:ext uri="{BB962C8B-B14F-4D97-AF65-F5344CB8AC3E}">
        <p14:creationId xmlns:p14="http://schemas.microsoft.com/office/powerpoint/2010/main" val="371681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5D549C-33BB-A53F-C86F-A21F1BB20C6C}"/>
              </a:ext>
            </a:extLst>
          </p:cNvPr>
          <p:cNvSpPr txBox="1"/>
          <p:nvPr/>
        </p:nvSpPr>
        <p:spPr>
          <a:xfrm>
            <a:off x="297180" y="388620"/>
            <a:ext cx="11565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2FBF6-A815-FDA0-00F8-81CDECCC7E1F}"/>
              </a:ext>
            </a:extLst>
          </p:cNvPr>
          <p:cNvSpPr txBox="1"/>
          <p:nvPr/>
        </p:nvSpPr>
        <p:spPr>
          <a:xfrm>
            <a:off x="422910" y="1325880"/>
            <a:ext cx="10744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dirty="0"/>
              <a:t>AI Honeypots mislead attackers and collect threat intelligence.</a:t>
            </a:r>
          </a:p>
          <a:p>
            <a:r>
              <a:rPr lang="en-US" sz="2800" dirty="0"/>
              <a:t>AI-based SQL Injection detection prevents database breaches in real time.</a:t>
            </a:r>
          </a:p>
          <a:p>
            <a:r>
              <a:rPr lang="en-US" sz="2800" dirty="0"/>
              <a:t>Both solutions enhance cybersecurity with proactive defense mechanisms.</a:t>
            </a:r>
          </a:p>
          <a:p>
            <a:r>
              <a:rPr lang="en-US" sz="2800" dirty="0"/>
              <a:t>Integrating AI into security systems improves threat response and data protection.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685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375C3-F003-660D-9058-B2AF82FD6C77}"/>
              </a:ext>
            </a:extLst>
          </p:cNvPr>
          <p:cNvSpPr txBox="1"/>
          <p:nvPr/>
        </p:nvSpPr>
        <p:spPr>
          <a:xfrm>
            <a:off x="2112645" y="2721114"/>
            <a:ext cx="81495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871554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227</Words>
  <Application>Microsoft Office PowerPoint</Application>
  <PresentationFormat>Widescreen</PresentationFormat>
  <Paragraphs>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Vasudha Vootukuri</dc:creator>
  <cp:lastModifiedBy>Vasudha Vootukuri</cp:lastModifiedBy>
  <cp:revision>1</cp:revision>
  <dcterms:created xsi:type="dcterms:W3CDTF">2025-03-07T00:37:57Z</dcterms:created>
  <dcterms:modified xsi:type="dcterms:W3CDTF">2025-03-07T02:43:59Z</dcterms:modified>
</cp:coreProperties>
</file>